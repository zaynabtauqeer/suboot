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Suboot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2A91E"/>
                </a:solidFill>
                <a:latin typeface="Calibri"/>
              </a:rPr>
              <a:t>Federated Clinical Evidence from South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FDDE8"/>
                </a:solidFill>
                <a:latin typeface="Calibri"/>
              </a:rPr>
              <a:t>Real-world patient evidence for global pharma — while no patient data ever leaves the hospital.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8FA6BC"/>
                </a:solidFill>
                <a:latin typeface="Calibri"/>
              </a:rPr>
              <a:t>NIC Islamabad Cohort 6  |  Founder: Zaynab Tauqeer  | 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2A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7C86"/>
                </a:solidFill>
                <a:latin typeface="Calibri"/>
              </a:rPr>
              <a:t>Regulatory push for diversity, structural exclusion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FDA Diversity Action Plans (FDORA) and EMA guidance now require pharma to include diverse populations in clinical trials.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South Asia carries ~25% of the world's disease burden but supplies under 5% of trial participants.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The data exists: Pakistani hospitals hold years of real treatment outcomes.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Pakistan's 2025 Personal Data Protection Act makes exporting patient data illegal — the old CSV route is dead.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Why it matters: global real-world evidence (RWE) market is $6B+ and growing ~13%/yr — and pharma is forced to look to new geographies.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2A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7C86"/>
                </a:solidFill>
                <a:latin typeface="Calibri"/>
              </a:rPr>
              <a:t>What everyone else misses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The data-protection law didn't kill the market — it created a moat.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The real bottleneck is trust and verifiable provenance, not data or legality.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Pharma won't buy what it can't prove. Hospitals won't share what they can't control.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Solve the proof problem, and the market unlocks.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212080"/>
            <a:ext cx="10972800" cy="10058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Suboot's thesis: buyers pay for evidence receipts (proof), not for the data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2A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7C86"/>
                </a:solidFill>
                <a:latin typeface="Calibri"/>
              </a:rPr>
              <a:t>A federated evidence platform — queries move, data never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Pharma uploads an analysis query, not data.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The query runs inside each hospital's own environment.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A custom LLM pipeline converts unstructured Urdu / Roman-Urdu / English clinical notes into standard OMOP structures, on-site.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Only differentially-private aggregate statistics leave the hospital.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Every query, consent, and result is written to an append-only audit ledger with zero-knowledge verification.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The buyer pays for a tamper-evident 'evidence receipt' — proof the cohort is real, consented, and computed on genuine patients.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2A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2A91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B2A4A"/>
                </a:solidFill>
                <a:latin typeface="Calibri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965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Pharma defines the cohort and analysis (query in, no data out).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62072" y="192024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2057400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2A91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6060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B2A4A"/>
                </a:solidFill>
                <a:latin typeface="Calibri"/>
              </a:rP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3108960"/>
            <a:ext cx="1965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On-site LLM converts Urdu/English notes to OMOP locally.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75504" y="192024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4" y="2057400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2A91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26060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B2A4A"/>
                </a:solidFill>
                <a:latin typeface="Calibri"/>
              </a:rPr>
              <a:t>Compute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3108960"/>
            <a:ext cx="1965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Federated compute runs analysis inside each hospital.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88936" y="192024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2057400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2A91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6060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B2A4A"/>
                </a:solidFill>
                <a:latin typeface="Calibri"/>
              </a:rPr>
              <a:t>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3108960"/>
            <a:ext cx="1965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Append-only ledger + ZK proofs mint an evidence receipt.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02368" y="192024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8" y="2057400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2A91E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26060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B2A4A"/>
                </a:solidFill>
                <a:latin typeface="Calibri"/>
              </a:rPr>
              <a:t>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3108960"/>
            <a:ext cx="1965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Calibri"/>
              </a:rPr>
              <a:t>Buyer pays per verified receipt. No PHI ever moves.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This combination — federated + ledger + local-language LLM + South Asia — has never been assembled.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2A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Product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7C86"/>
                </a:solidFill>
                <a:latin typeface="Calibri"/>
              </a:rPr>
              <a:t>Pre-prototype, architecture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Concept and system architecture fully documented.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Public research repo: github.com/zaynabtauqeer/suboot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MVP roadmap: federated query orchestration → Urdu/English structuration → ledger verification.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Demo target: 90 days after cohort start.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solidFill>
            <a:srgbClr val="F2A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Honest stage: idea. Traction being built in the next 90 days.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2A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7C86"/>
                </a:solidFill>
                <a:latin typeface="Calibri"/>
              </a:rPr>
              <a:t>Pull from regulation, priced like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Global RWE market: $6B+, ~13% CAGR (Grand View Research / Precedence, 2025).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Every global pharma with a Diversity Action Plan is a potential buyer.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Pricing: $20–50 per matched de-identified record (published RWE norms).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5 hospitals × ~20,000 records/yr → $2–5M potential; discounted to ~$1.5M SOM for the first 24 months.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2A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7C86"/>
                </a:solidFill>
                <a:latin typeface="Calibri"/>
              </a:rPr>
              <a:t>Who does what today — and where they fall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Manual workaround: CROs request CSV exports (now legally refused), hire local chart-review teams, or drop South Asian cohorts.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TriNetX — federated networks, but no ledger, no South Asian source hospitals, no local-language extraction.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Aetion / PicnicHealth / Flatiron — US/EU records only.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IQVIA-style CROs — expensive, US/EU-centric services.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Open-source federated frameworks — code, not products: no buyer, no provenance.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2A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Unfair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7C86"/>
                </a:solidFill>
                <a:latin typeface="Calibri"/>
              </a:rPr>
              <a:t>Why we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Proprietary Urdu/English clinical-note structuration pipeline — a corpus foreign competitors can't obtain without our on-ground hospital network.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First-mover building the South Asian hospital network; each hospital onboarded raises switching costs.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Only vendor shipping regulator-grade (ALCOA+-style) ledger-verified evidence provenance.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Unbuildable by a US startup (no ground network) and by a local app shop (no crypto/federated depth).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2A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Buyer: global pharma and CROs with RWE and diversity mandates — they pay per evidence receipt.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Supplier: Pakistani teaching hospitals earn revenue per cohort (supply-side unlock).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Recurring: annual cohort contracts, not one-off sales.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Scaling: platform, not service — marginal cost per customer approaches zero.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2A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Traction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7C86"/>
                </a:solidFill>
                <a:latin typeface="Calibri"/>
              </a:rPr>
              <a:t>Idea stage, 90-day sprint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Done: concept, architecture, regulatory validation, market research, public repo, full NIC application.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Days 1–30: working federated-query demo on synthetic data.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Days 31–60: Urdu/English note-structuration prototype; hospital conversations.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•  Days 61–90: ledger-verified evidence receipt; first pilot LOI.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6289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FDDE8"/>
                </a:solidFill>
                <a:latin typeface="Calibri"/>
              </a:rPr>
              <a:t>Mentorship: help validating Suboot with Pakistani hospitals and global pharma/CROs, and structuring the first pilot — a mentor with RWE or health-tech deal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2A91E"/>
                </a:solidFill>
                <a:latin typeface="Calibri"/>
              </a:rPr>
              <a:t>NIC cohort access, network, and cloud credits to ship the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FA6BC"/>
                </a:solidFill>
                <a:latin typeface="Calibri"/>
              </a:rPr>
              <a:t>github.com/zaynabtauqeer/suboot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